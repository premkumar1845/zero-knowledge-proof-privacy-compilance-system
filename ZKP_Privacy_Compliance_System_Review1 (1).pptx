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82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143000"/>
            <a:ext cx="5029200" cy="502920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11580" y="-457200"/>
            <a:ext cx="3657600" cy="365760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1005840"/>
            <a:ext cx="82296" cy="82296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1737360"/>
            <a:ext cx="82296" cy="82296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2194560"/>
            <a:ext cx="82296" cy="82296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822960"/>
            <a:ext cx="82296" cy="82296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REVIEW —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Zero-Knowledge Proof Based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Compliance System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Blockchain-Based Compliance System 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3703320"/>
            <a:ext cx="2926080" cy="0"/>
          </a:xfrm>
          <a:prstGeom prst="line">
            <a:avLst/>
          </a:prstGeom>
          <a:noFill/>
          <a:ln w="25400">
            <a:solidFill>
              <a:srgbClr val="01BA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Prem Kumar  (Team Lead)</a:t>
            </a:r>
            <a:endParaRPr lang="en-US" sz="1500" dirty="0"/>
          </a:p>
          <a:p>
            <a:pPr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Rakesh Chary</a:t>
            </a:r>
            <a:endParaRPr lang="en-US" sz="1500" dirty="0"/>
          </a:p>
          <a:p>
            <a:pPr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Shivamani</a:t>
            </a:r>
            <a:endParaRPr lang="en-US" sz="1500" dirty="0"/>
          </a:p>
          <a:p>
            <a:pPr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Shashank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3931920"/>
            <a:ext cx="5212080" cy="1965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1B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096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44074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M. Chalapathi Rao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4892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&amp; ML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KPRIT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Kommuri Pratap Reddy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21792" cy="621792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pptx_proj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116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2040" y="1801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vs. Proof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must prove DPDPA 2023 compliance, but current audits require exposing raw personal data to regulators and auditors.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874520"/>
            <a:ext cx="621792" cy="621792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2" name="Image 1" descr="/home/claude/pptx_proj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0116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78440" y="1801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309360" y="26060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Record-Keeping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309360" y="301752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centralized consent records lack tamper-proof audit trails, making compliance claims difficult to trust or verify.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2062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480560"/>
            <a:ext cx="621792" cy="621792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8" name="Image 2" descr="/home/claude/pptx_proj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1772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44074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22960" y="52120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Standard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2960" y="5623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mechanism lets regulators confirm compliance with mathematical certainty without accessing confidential user data.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35040" y="42062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4480560"/>
            <a:ext cx="621792" cy="621792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4" name="Image 3" descr="/home/claude/pptx_proj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61772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378440" y="44074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6309360" y="52120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Oversight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309360" y="5623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data-protection regulation demands scalable, real-time monitoring, but existing systems remain slow, manual, and opaque.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Based Privacy Compliance System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vs.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4A4E5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73936"/>
            <a:ext cx="429768" cy="4297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x_proj/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53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465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6517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 audits require direct access to raw personal data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 are vulnerable to breaches and silent tampering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proof that consent was ever validly obtained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 verification with zero real-time visibility for regulators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B4F6C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773936"/>
            <a:ext cx="429768" cy="429768"/>
          </a:xfrm>
          <a:prstGeom prst="ellipse">
            <a:avLst/>
          </a:prstGeom>
          <a:solidFill>
            <a:srgbClr val="1C8A55"/>
          </a:solidFill>
          <a:ln/>
        </p:spPr>
      </p:sp>
      <p:pic>
        <p:nvPicPr>
          <p:cNvPr id="12" name="Image 1" descr="/home/claude/pptx_proj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653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17465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080760" y="23774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01BA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26517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Proofs (ZK-SNARKs) verify consent validity with no data exposure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Algorand blockchain anchors an immutable, tamper-proof audit trail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proof generation with blockchain-backed compliance certificates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regulator portal with real-time compliance analytics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Based Privacy Compliance System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3520440"/>
            <a:ext cx="9357055" cy="0"/>
          </a:xfrm>
          <a:prstGeom prst="line">
            <a:avLst/>
          </a:prstGeom>
          <a:noFill/>
          <a:ln w="38100">
            <a:solidFill>
              <a:srgbClr val="CBD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320040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pptx_proj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33756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3272" y="3136392"/>
            <a:ext cx="768096" cy="768096"/>
          </a:xfrm>
          <a:prstGeom prst="ellipse">
            <a:avLst/>
          </a:prstGeom>
          <a:ln w="19050">
            <a:solidFill>
              <a:srgbClr val="F2A00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17320" y="3017520"/>
            <a:ext cx="0" cy="320040"/>
          </a:xfrm>
          <a:prstGeom prst="line">
            <a:avLst/>
          </a:prstGeom>
          <a:noFill/>
          <a:ln w="19050">
            <a:solidFill>
              <a:srgbClr val="CBD6E2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57200" y="16002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1728216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" y="19842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Hashing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1792" y="233172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identifiers are hashed before storage — raw data never touches the system unprotected.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36544" y="3200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pptx_proj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704" y="333756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372536" y="3136392"/>
            <a:ext cx="768096" cy="768096"/>
          </a:xfrm>
          <a:prstGeom prst="ellipse">
            <a:avLst/>
          </a:prstGeom>
          <a:ln w="19050">
            <a:solidFill>
              <a:srgbClr val="F2A00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56584" y="3840480"/>
            <a:ext cx="0" cy="320040"/>
          </a:xfrm>
          <a:prstGeom prst="line">
            <a:avLst/>
          </a:prstGeom>
          <a:noFill/>
          <a:ln w="19050">
            <a:solidFill>
              <a:srgbClr val="CBD6E2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2682164" y="41148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846756" y="4242816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846756" y="44988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Lifecycle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2846756" y="484632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manages the full consent lifecycle: capture, update, withdrawal, and expiry.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775808" y="320040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2" name="Image 2" descr="/home/claude/pptx_proj/icons/fingerpr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968" y="3337560"/>
            <a:ext cx="365760" cy="365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711800" y="3136392"/>
            <a:ext cx="768096" cy="768096"/>
          </a:xfrm>
          <a:prstGeom prst="ellipse">
            <a:avLst/>
          </a:prstGeom>
          <a:ln w="19050">
            <a:solidFill>
              <a:srgbClr val="F2A00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95848" y="3017520"/>
            <a:ext cx="0" cy="320040"/>
          </a:xfrm>
          <a:prstGeom prst="line">
            <a:avLst/>
          </a:prstGeom>
          <a:noFill/>
          <a:ln w="19050">
            <a:solidFill>
              <a:srgbClr val="CBD6E2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5021428" y="16002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186020" y="1728216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186020" y="19842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ZK-Proof Generation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5186020" y="233172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auto-generates a Zero-Knowledge Proof confirming valid consent exists.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115071" y="3200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/home/claude/pptx_proj/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2231" y="3337560"/>
            <a:ext cx="365760" cy="365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051063" y="3136392"/>
            <a:ext cx="768096" cy="768096"/>
          </a:xfrm>
          <a:prstGeom prst="ellipse">
            <a:avLst/>
          </a:prstGeom>
          <a:ln w="19050">
            <a:solidFill>
              <a:srgbClr val="F2A00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435111" y="3840480"/>
            <a:ext cx="0" cy="320040"/>
          </a:xfrm>
          <a:prstGeom prst="line">
            <a:avLst/>
          </a:prstGeom>
          <a:noFill/>
          <a:ln w="19050">
            <a:solidFill>
              <a:srgbClr val="CBD6E2"/>
            </a:solidFill>
            <a:prstDash val="dash"/>
          </a:ln>
        </p:spPr>
      </p:sp>
      <p:sp>
        <p:nvSpPr>
          <p:cNvPr id="33" name="Shape 27"/>
          <p:cNvSpPr/>
          <p:nvPr/>
        </p:nvSpPr>
        <p:spPr>
          <a:xfrm>
            <a:off x="7360691" y="41148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525283" y="4242816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525283" y="44988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Anchoring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7525283" y="484632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hashes are anchored on Algorand via smart contracts for an immutable record.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10454335" y="320040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8" name="Image 4" descr="/home/claude/pptx_proj/icons/c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1495" y="3337560"/>
            <a:ext cx="365760" cy="36576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0390327" y="3136392"/>
            <a:ext cx="768096" cy="768096"/>
          </a:xfrm>
          <a:prstGeom prst="ellipse">
            <a:avLst/>
          </a:prstGeom>
          <a:ln w="19050">
            <a:solidFill>
              <a:srgbClr val="F2A007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0774375" y="3017520"/>
            <a:ext cx="0" cy="320040"/>
          </a:xfrm>
          <a:prstGeom prst="line">
            <a:avLst/>
          </a:prstGeom>
          <a:noFill/>
          <a:ln w="19050">
            <a:solidFill>
              <a:srgbClr val="CBD6E2"/>
            </a:solidFill>
            <a:prstDash val="dash"/>
          </a:ln>
        </p:spPr>
      </p:sp>
      <p:sp>
        <p:nvSpPr>
          <p:cNvPr id="41" name="Shape 34"/>
          <p:cNvSpPr/>
          <p:nvPr/>
        </p:nvSpPr>
        <p:spPr>
          <a:xfrm>
            <a:off x="9585655" y="160020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9750247" y="1728216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9750247" y="19842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Certify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9750247" y="233172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verify proofs on the portal; blockchain-backed certificates are issued.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Based Privacy Compliance System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889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6229" y="1993392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pptx_proj/icons/nextj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389" y="21305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 for the web platform &amp; dashboards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8218" y="17373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889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75808" y="199339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proj/icons/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1305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5378" y="278892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1098" y="310896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backend API &amp; business logic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73736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889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65386" y="1993392"/>
            <a:ext cx="640080" cy="640080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16" name="Image 2" descr="/home/claude/pptx_proj/icons/postg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2546" y="21305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4957" y="278892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0677" y="310896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store for consent &amp; compliance records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889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986229" y="4233672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1" name="Image 3" descr="/home/claude/pptx_proj/icons/red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389" y="43708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502920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" y="534924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 for fast, low-latency responses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8218" y="39776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889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75808" y="4233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x_proj/icons/cub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2968" y="43708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75378" y="502920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Algorand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1098" y="534924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 &amp; smart contracts for anchoring proofs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27797" y="3977640"/>
            <a:ext cx="351525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889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565386" y="4233672"/>
            <a:ext cx="640080" cy="640080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31" name="Image 5" descr="/home/claude/pptx_proj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2546" y="437083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64957" y="502920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ZK-SNARKs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0677" y="5349240"/>
            <a:ext cx="31494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proofs of compliance without data exposure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Based Privacy Compliance System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73936"/>
            <a:ext cx="429768" cy="429768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6" name="Image 0" descr="/home/claude/pptx_proj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53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465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6517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privacy-preserving compliance verification under India’s DPDPA, 2023</a:t>
            </a:r>
            <a:endParaRPr lang="en-US" sz="135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Zero-Knowledge Proof generation pipeline</a:t>
            </a:r>
            <a:endParaRPr lang="en-US" sz="135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immutable, blockchain-anchored audit trail for consent</a:t>
            </a:r>
            <a:endParaRPr lang="en-US" sz="135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regulator-facing verification portal and analytics dashboard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773936"/>
            <a:ext cx="429768" cy="429768"/>
          </a:xfrm>
          <a:prstGeom prst="ellipse">
            <a:avLst/>
          </a:prstGeom>
          <a:solidFill>
            <a:srgbClr val="F2A007"/>
          </a:solidFill>
          <a:ln/>
        </p:spPr>
      </p:sp>
      <p:pic>
        <p:nvPicPr>
          <p:cNvPr id="12" name="Image 1" descr="/home/claude/pptx_proj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653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17465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080760" y="23774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26517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demonstrating the end-to-end ZK-proof compliance flow</a:t>
            </a:r>
            <a:endParaRPr lang="en-US" sz="135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compliance-audit time and manual verification overhead</a:t>
            </a:r>
            <a:endParaRPr lang="en-US" sz="135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trust and transparency between organizations and regulators</a:t>
            </a:r>
            <a:endParaRPr lang="en-US" sz="1350" dirty="0"/>
          </a:p>
          <a:p>
            <a:pPr marL="203200" indent="-2032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framework extensible to future data-protection regulations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Based Privacy Compliance System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1C8A5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73936"/>
            <a:ext cx="429768" cy="4297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_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470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465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624328"/>
            <a:ext cx="45720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lifecycle management for personal-data processing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ZK-SNARK proof generation for validating consent records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Algorand blockchain integration for anchoring proof hashes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verification portal &amp; compliance certificates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analytics dashboard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5B6B7A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773936"/>
            <a:ext cx="429768" cy="42976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/home/claude/pptx_proj/icons/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653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17465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080760" y="23774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2624328"/>
            <a:ext cx="45720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government / legal DPDPA certification or accreditation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regulatory compliance beyond India’s DPDPA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with third-party enterprise ERP systems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 (web platform only, this phase)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regulations outside the data-privacy domain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Based Privacy Compliance System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874520"/>
            <a:ext cx="1005840" cy="1005840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5" name="Image 0" descr="/home/claude/pptx_proj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84" y="209397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32808" y="4572000"/>
            <a:ext cx="2926080" cy="0"/>
          </a:xfrm>
          <a:prstGeom prst="line">
            <a:avLst/>
          </a:prstGeom>
          <a:noFill/>
          <a:ln w="25400">
            <a:solidFill>
              <a:srgbClr val="01BA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Prem Kumar  •  N. Rakesh Chary  •  K. Shivamani  •  G. Shashank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M. Chalapathi Rao  —  Department of AI &amp; ML, KPRIT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623</Words>
  <Application>Microsoft Office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PREM KUMAR</cp:lastModifiedBy>
  <cp:revision>2</cp:revision>
  <dcterms:created xsi:type="dcterms:W3CDTF">2026-09-07T16:04:22Z</dcterms:created>
  <dcterms:modified xsi:type="dcterms:W3CDTF">2026-09-07T16:11:01Z</dcterms:modified>
</cp:coreProperties>
</file>